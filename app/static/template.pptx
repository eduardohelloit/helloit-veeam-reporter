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0" y="-1463040"/>
            <a:ext cx="4754880" cy="4754880"/>
          </a:xfrm>
          <a:prstGeom prst="ellipse">
            <a:avLst/>
          </a:prstGeom>
          <a:gradFill rotWithShape="1">
            <a:gsLst>
              <a:gs pos="0">
                <a:srgbClr val="2A1B52"/>
              </a:gs>
              <a:gs pos="100000">
                <a:srgbClr val="090B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F973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hel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724558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417320"/>
            <a:ext cx="7680960" cy="1828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Inter"/>
              </a:rPr>
              <a:t>Relatório de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1568"/>
            <a:ext cx="1463040" cy="4572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4572000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Inter"/>
              </a:rPr>
              <a:t>helloit.com.br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434840"/>
            <a:ext cx="4023360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000" b="0">
                <a:solidFill>
                  <a:srgbClr val="AAB2C5"/>
                </a:solidFill>
                <a:latin typeface="Inter"/>
              </a:rPr>
              <a:t>Infraestrutura, Redes e Cibersegurança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0" y="-1463040"/>
            <a:ext cx="4754880" cy="4754880"/>
          </a:xfrm>
          <a:prstGeom prst="ellipse">
            <a:avLst/>
          </a:prstGeom>
          <a:gradFill rotWithShape="1">
            <a:gsLst>
              <a:gs pos="0">
                <a:srgbClr val="2A1B52"/>
              </a:gs>
              <a:gs pos="100000">
                <a:srgbClr val="090B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F973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hel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798" y="1143000"/>
            <a:ext cx="2324405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4000" b="1">
                <a:solidFill>
                  <a:srgbClr val="F8FAFC"/>
                </a:solidFill>
                <a:latin typeface="Inter"/>
              </a:rPr>
              <a:t>Obrigado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852928"/>
            <a:ext cx="1463040" cy="4572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Inter"/>
              </a:rPr>
              <a:t>helloit.com.br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0">
                <a:solidFill>
                  <a:srgbClr val="AAB2C5"/>
                </a:solidFill>
                <a:latin typeface="Inter"/>
              </a:rPr>
              <a:t>Infraestrutura, Redes e Cibersegurança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Backup — HelloIT</dc:title>
  <dc:subject/>
  <dc:creator>HelloIT</dc:creator>
  <cp:keywords/>
  <dc:description/>
  <cp:lastModifiedBy>HelloIT</cp:lastModifiedBy>
  <cp:revision>1</cp:revision>
  <dcterms:created xsi:type="dcterms:W3CDTF">2026-09-28T00:00:00Z</dcterms:created>
  <dcterms:modified xsi:type="dcterms:W3CDTF">2026-09-28T00:00:00Z</dcterms:modified>
  <cp:category/>
  <cp:contentStatus/>
  <dc:identifier/>
  <dc:language/>
  <cp:version/>
  <cp:lastPrinted>2026-09-28T00:00:00Z</cp:lastPrinted>
</cp:coreProperties>
</file>